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3" r:id="rId5"/>
    <p:sldMasterId id="214748371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Playfair Display Medium"/>
      <p:regular r:id="rId23"/>
      <p:bold r:id="rId24"/>
      <p:italic r:id="rId25"/>
      <p:boldItalic r:id="rId26"/>
    </p:embeddedFont>
    <p:embeddedFont>
      <p:font typeface="Playfair Display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  <p:embeddedFont>
      <p:font typeface="Young Serif"/>
      <p:regular r:id="rId35"/>
    </p:embeddedFont>
    <p:embeddedFont>
      <p:font typeface="Rubik"/>
      <p:regular r:id="rId36"/>
      <p:bold r:id="rId37"/>
      <p:italic r:id="rId38"/>
      <p:boldItalic r:id="rId39"/>
    </p:embeddedFont>
    <p:embeddedFont>
      <p:font typeface="Rubik SemiBold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04828F0-5CFF-444E-990B-E042EA3F415F}">
  <a:tblStyle styleId="{404828F0-5CFF-444E-990B-E042EA3F41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ubikSemiBold-regular.fntdata"/><Relationship Id="rId20" Type="http://schemas.openxmlformats.org/officeDocument/2006/relationships/slide" Target="slides/slide13.xml"/><Relationship Id="rId42" Type="http://schemas.openxmlformats.org/officeDocument/2006/relationships/font" Target="fonts/RubikSemiBold-italic.fntdata"/><Relationship Id="rId41" Type="http://schemas.openxmlformats.org/officeDocument/2006/relationships/font" Target="fonts/RubikSemiBold-bold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43" Type="http://schemas.openxmlformats.org/officeDocument/2006/relationships/font" Target="fonts/RubikSemiBold-boldItalic.fntdata"/><Relationship Id="rId24" Type="http://schemas.openxmlformats.org/officeDocument/2006/relationships/font" Target="fonts/PlayfairDisplayMedium-bold.fntdata"/><Relationship Id="rId23" Type="http://schemas.openxmlformats.org/officeDocument/2006/relationships/font" Target="fonts/PlayfairDisplayMedium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layfairDisplayMedium-boldItalic.fntdata"/><Relationship Id="rId25" Type="http://schemas.openxmlformats.org/officeDocument/2006/relationships/font" Target="fonts/PlayfairDisplayMedium-italic.fntdata"/><Relationship Id="rId28" Type="http://schemas.openxmlformats.org/officeDocument/2006/relationships/font" Target="fonts/PlayfairDisplay-bold.fntdata"/><Relationship Id="rId27" Type="http://schemas.openxmlformats.org/officeDocument/2006/relationships/font" Target="fonts/PlayfairDisplay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layfairDisplay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Lato-regular.fntdata"/><Relationship Id="rId30" Type="http://schemas.openxmlformats.org/officeDocument/2006/relationships/font" Target="fonts/PlayfairDisplay-boldItalic.fntdata"/><Relationship Id="rId11" Type="http://schemas.openxmlformats.org/officeDocument/2006/relationships/slide" Target="slides/slide4.xml"/><Relationship Id="rId33" Type="http://schemas.openxmlformats.org/officeDocument/2006/relationships/font" Target="fonts/Lato-italic.fntdata"/><Relationship Id="rId10" Type="http://schemas.openxmlformats.org/officeDocument/2006/relationships/slide" Target="slides/slide3.xml"/><Relationship Id="rId32" Type="http://schemas.openxmlformats.org/officeDocument/2006/relationships/font" Target="fonts/Lato-bold.fntdata"/><Relationship Id="rId13" Type="http://schemas.openxmlformats.org/officeDocument/2006/relationships/slide" Target="slides/slide6.xml"/><Relationship Id="rId35" Type="http://schemas.openxmlformats.org/officeDocument/2006/relationships/font" Target="fonts/YoungSerif-regular.fntdata"/><Relationship Id="rId12" Type="http://schemas.openxmlformats.org/officeDocument/2006/relationships/slide" Target="slides/slide5.xml"/><Relationship Id="rId34" Type="http://schemas.openxmlformats.org/officeDocument/2006/relationships/font" Target="fonts/Lato-boldItalic.fntdata"/><Relationship Id="rId15" Type="http://schemas.openxmlformats.org/officeDocument/2006/relationships/slide" Target="slides/slide8.xml"/><Relationship Id="rId37" Type="http://schemas.openxmlformats.org/officeDocument/2006/relationships/font" Target="fonts/Rubik-bold.fntdata"/><Relationship Id="rId14" Type="http://schemas.openxmlformats.org/officeDocument/2006/relationships/slide" Target="slides/slide7.xml"/><Relationship Id="rId36" Type="http://schemas.openxmlformats.org/officeDocument/2006/relationships/font" Target="fonts/Rubik-regular.fntdata"/><Relationship Id="rId17" Type="http://schemas.openxmlformats.org/officeDocument/2006/relationships/slide" Target="slides/slide10.xml"/><Relationship Id="rId39" Type="http://schemas.openxmlformats.org/officeDocument/2006/relationships/font" Target="fonts/Rubik-boldItalic.fntdata"/><Relationship Id="rId16" Type="http://schemas.openxmlformats.org/officeDocument/2006/relationships/slide" Target="slides/slide9.xml"/><Relationship Id="rId38" Type="http://schemas.openxmlformats.org/officeDocument/2006/relationships/font" Target="fonts/Rubik-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a5a0615796_0_1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a5a0615796_0_1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a5a0615796_0_1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a5a0615796_0_1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a5a0615796_0_2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a5a0615796_0_2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5b47980b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a5b47980b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a5b47980b8_4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a5b47980b8_4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a5b47980b8_4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a5b47980b8_4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a5b001dc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a5b001dc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a5b47980b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a5b47980b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a5b47980b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a5b47980b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a5b47980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a5b47980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a90fa776f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a90fa776f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a5b47980b8_4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a5b47980b8_4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a5a0615796_0_1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a5a0615796_0_1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a5a0615796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a5a0615796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a5a0615796_0_2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a5a0615796_0_2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r>
              <a:t/>
            </a: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1248900" y="1632850"/>
            <a:ext cx="6646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2369850" y="3221650"/>
            <a:ext cx="4404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61" name="Google Shape;61;p1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" name="Google Shape;76;p15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6" name="Google Shape;86;p1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1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8" name="Google Shape;98;p1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1" name="Google Shape;101;p1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1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1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9" name="Google Shape;109;p1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1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2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23" name="Google Shape;123;p2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 type="tx">
  <p:cSld name="TITLE_AND_BODY"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1"/>
          <p:cNvSpPr/>
          <p:nvPr>
            <p:ph idx="2" type="pic"/>
          </p:nvPr>
        </p:nvSpPr>
        <p:spPr>
          <a:xfrm>
            <a:off x="228600" y="1322475"/>
            <a:ext cx="8686800" cy="3592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1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0" name="Google Shape;130;p21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two columns" type="twoColTx">
  <p:cSld name="TITLE_AND_TWO_COLUMNS"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2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4" name="Google Shape;134;p22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5" name="Google Shape;135;p22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227150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688450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8" name="Google Shape;138;p22"/>
          <p:cNvSpPr/>
          <p:nvPr/>
        </p:nvSpPr>
        <p:spPr>
          <a:xfrm>
            <a:off x="4685575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39" name="Google Shape;139;p22"/>
          <p:cNvSpPr txBox="1"/>
          <p:nvPr>
            <p:ph idx="2" type="body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3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>
  <p:cSld name="CUSTOM"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3" name="Google Shape;143;p23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4" name="Google Shape;144;p23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45" name="Google Shape;145;p23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6" name="Google Shape;146;p23"/>
          <p:cNvSpPr/>
          <p:nvPr/>
        </p:nvSpPr>
        <p:spPr>
          <a:xfrm>
            <a:off x="228450" y="1762300"/>
            <a:ext cx="86868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7" name="Google Shape;147;p23"/>
          <p:cNvSpPr txBox="1"/>
          <p:nvPr>
            <p:ph idx="2" type="body"/>
          </p:nvPr>
        </p:nvSpPr>
        <p:spPr>
          <a:xfrm>
            <a:off x="456400" y="1983350"/>
            <a:ext cx="81138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one column and image">
  <p:cSld name="CUSTOM_1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1" name="Google Shape;151;p24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2" name="Google Shape;152;p24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53" name="Google Shape;153;p24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4" name="Google Shape;154;p24"/>
          <p:cNvSpPr/>
          <p:nvPr>
            <p:ph idx="2" type="pic"/>
          </p:nvPr>
        </p:nvSpPr>
        <p:spPr>
          <a:xfrm>
            <a:off x="4685900" y="1762300"/>
            <a:ext cx="4229400" cy="31524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4"/>
          <p:cNvSpPr/>
          <p:nvPr/>
        </p:nvSpPr>
        <p:spPr>
          <a:xfrm>
            <a:off x="228450" y="1762300"/>
            <a:ext cx="42294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6" name="Google Shape;156;p24"/>
          <p:cNvSpPr txBox="1"/>
          <p:nvPr>
            <p:ph idx="3" type="body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7" name="Google Shape;157;p24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1">
  <p:cSld name="CUSTOM_2"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0" name="Google Shape;160;p25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25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2" name="Google Shape;162;p25"/>
          <p:cNvSpPr txBox="1"/>
          <p:nvPr>
            <p:ph idx="1" type="subTitle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3" name="Google Shape;163;p25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25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5" name="Google Shape;165;p25"/>
          <p:cNvSpPr txBox="1"/>
          <p:nvPr>
            <p:ph idx="3" type="body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6" name="Google Shape;166;p25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8" name="Google Shape;168;p25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2">
  <p:cSld name="CUSTOM_2_1"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1" name="Google Shape;171;p26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2" name="Google Shape;172;p26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26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76" name="Google Shape;176;p26"/>
          <p:cNvSpPr txBox="1"/>
          <p:nvPr>
            <p:ph idx="1" type="subTitle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7" name="Google Shape;177;p26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8" name="Google Shape;178;p26"/>
          <p:cNvSpPr txBox="1"/>
          <p:nvPr>
            <p:ph idx="3" type="body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9" name="Google Shape;179;p26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3">
  <p:cSld name="CUSTOM_2_1_1"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2" name="Google Shape;182;p27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3" name="Google Shape;183;p27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7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7" name="Google Shape;187;p27"/>
          <p:cNvSpPr txBox="1"/>
          <p:nvPr>
            <p:ph idx="1" type="subTitle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8" name="Google Shape;188;p27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9" name="Google Shape;189;p27"/>
          <p:cNvSpPr txBox="1"/>
          <p:nvPr>
            <p:ph idx="3" type="body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0" name="Google Shape;190;p27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4">
  <p:cSld name="CUSTOM_2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3" name="Google Shape;193;p28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4" name="Google Shape;194;p28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28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28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97" name="Google Shape;197;p28"/>
          <p:cNvSpPr txBox="1"/>
          <p:nvPr>
            <p:ph idx="1" type="subTitle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8" name="Google Shape;198;p28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9" name="Google Shape;199;p28"/>
          <p:cNvSpPr txBox="1"/>
          <p:nvPr>
            <p:ph idx="3" type="body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0" name="Google Shape;200;p28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01" name="Google Shape;201;p28"/>
          <p:cNvSpPr txBox="1"/>
          <p:nvPr>
            <p:ph idx="4" type="subTitle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2" name="Google Shape;202;p28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3" name="Google Shape;203;p28"/>
          <p:cNvSpPr txBox="1"/>
          <p:nvPr>
            <p:ph idx="5" type="body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4" name="Google Shape;204;p28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05" name="Google Shape;205;p28"/>
          <p:cNvSpPr txBox="1"/>
          <p:nvPr>
            <p:ph idx="6" type="subTitle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6" name="Google Shape;206;p28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7" name="Google Shape;207;p28"/>
          <p:cNvSpPr txBox="1"/>
          <p:nvPr>
            <p:ph idx="7" type="body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CUSTOM_3">
    <p:bg>
      <p:bgPr>
        <a:solidFill>
          <a:schemeClr val="dk2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r>
              <a:t/>
            </a: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10" name="Google Shape;210;p29"/>
          <p:cNvSpPr txBox="1"/>
          <p:nvPr>
            <p:ph type="title"/>
          </p:nvPr>
        </p:nvSpPr>
        <p:spPr>
          <a:xfrm>
            <a:off x="1248900" y="1777350"/>
            <a:ext cx="6646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1" name="Google Shape;211;p29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4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18" name="Google Shape;218;p32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19" name="Google Shape;219;p3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">
  <p:cSld name="BLANK_1_1_1_1_8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22" name="Google Shape;222;p33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23" name="Google Shape;223;p33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3"/>
          <p:cNvSpPr txBox="1"/>
          <p:nvPr>
            <p:ph idx="2" type="subTitle"/>
          </p:nvPr>
        </p:nvSpPr>
        <p:spPr>
          <a:xfrm>
            <a:off x="4071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25" name="Google Shape;225;p33"/>
          <p:cNvSpPr txBox="1"/>
          <p:nvPr>
            <p:ph idx="3" type="subTitle"/>
          </p:nvPr>
        </p:nvSpPr>
        <p:spPr>
          <a:xfrm>
            <a:off x="27105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26" name="Google Shape;226;p33"/>
          <p:cNvSpPr txBox="1"/>
          <p:nvPr>
            <p:ph idx="4" type="subTitle"/>
          </p:nvPr>
        </p:nvSpPr>
        <p:spPr>
          <a:xfrm>
            <a:off x="50140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27" name="Google Shape;227;p33"/>
          <p:cNvSpPr txBox="1"/>
          <p:nvPr>
            <p:ph idx="5" type="subTitle"/>
          </p:nvPr>
        </p:nvSpPr>
        <p:spPr>
          <a:xfrm>
            <a:off x="73174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28" name="Google Shape;228;p33"/>
          <p:cNvSpPr txBox="1"/>
          <p:nvPr>
            <p:ph idx="6" type="body"/>
          </p:nvPr>
        </p:nvSpPr>
        <p:spPr>
          <a:xfrm>
            <a:off x="4071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29" name="Google Shape;229;p33"/>
          <p:cNvSpPr txBox="1"/>
          <p:nvPr>
            <p:ph idx="7" type="body"/>
          </p:nvPr>
        </p:nvSpPr>
        <p:spPr>
          <a:xfrm>
            <a:off x="27105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30" name="Google Shape;230;p33"/>
          <p:cNvSpPr txBox="1"/>
          <p:nvPr>
            <p:ph idx="8" type="body"/>
          </p:nvPr>
        </p:nvSpPr>
        <p:spPr>
          <a:xfrm>
            <a:off x="50140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31" name="Google Shape;231;p33"/>
          <p:cNvSpPr txBox="1"/>
          <p:nvPr>
            <p:ph idx="9" type="body"/>
          </p:nvPr>
        </p:nvSpPr>
        <p:spPr>
          <a:xfrm>
            <a:off x="73174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 with small statement">
  <p:cSld name="BLANK_1_1_1_1_6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/>
          <p:nvPr>
            <p:ph idx="1" type="body"/>
          </p:nvPr>
        </p:nvSpPr>
        <p:spPr>
          <a:xfrm>
            <a:off x="5503325" y="524750"/>
            <a:ext cx="3356100" cy="8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9pPr>
          </a:lstStyle>
          <a:p/>
        </p:txBody>
      </p:sp>
      <p:sp>
        <p:nvSpPr>
          <p:cNvPr id="234" name="Google Shape;234;p34"/>
          <p:cNvSpPr txBox="1"/>
          <p:nvPr>
            <p:ph type="title"/>
          </p:nvPr>
        </p:nvSpPr>
        <p:spPr>
          <a:xfrm>
            <a:off x="276075" y="457200"/>
            <a:ext cx="5000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35" name="Google Shape;235;p34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36" name="Google Shape;236;p3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7" name="Google Shape;237;p34"/>
          <p:cNvSpPr txBox="1"/>
          <p:nvPr>
            <p:ph idx="3" type="subTitle"/>
          </p:nvPr>
        </p:nvSpPr>
        <p:spPr>
          <a:xfrm>
            <a:off x="279528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238" name="Google Shape;238;p34"/>
          <p:cNvSpPr txBox="1"/>
          <p:nvPr>
            <p:ph idx="4" type="subTitle"/>
          </p:nvPr>
        </p:nvSpPr>
        <p:spPr>
          <a:xfrm>
            <a:off x="2489940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239" name="Google Shape;239;p34"/>
          <p:cNvSpPr txBox="1"/>
          <p:nvPr>
            <p:ph idx="5" type="subTitle"/>
          </p:nvPr>
        </p:nvSpPr>
        <p:spPr>
          <a:xfrm>
            <a:off x="4695138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240" name="Google Shape;240;p34"/>
          <p:cNvSpPr txBox="1"/>
          <p:nvPr>
            <p:ph idx="6" type="subTitle"/>
          </p:nvPr>
        </p:nvSpPr>
        <p:spPr>
          <a:xfrm>
            <a:off x="6900335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241" name="Google Shape;241;p34"/>
          <p:cNvSpPr txBox="1"/>
          <p:nvPr>
            <p:ph idx="7" type="body"/>
          </p:nvPr>
        </p:nvSpPr>
        <p:spPr>
          <a:xfrm>
            <a:off x="27495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42" name="Google Shape;242;p34"/>
          <p:cNvSpPr txBox="1"/>
          <p:nvPr>
            <p:ph idx="8" type="body"/>
          </p:nvPr>
        </p:nvSpPr>
        <p:spPr>
          <a:xfrm>
            <a:off x="248994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43" name="Google Shape;243;p34"/>
          <p:cNvSpPr txBox="1"/>
          <p:nvPr>
            <p:ph idx="9" type="body"/>
          </p:nvPr>
        </p:nvSpPr>
        <p:spPr>
          <a:xfrm>
            <a:off x="470493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44" name="Google Shape;244;p34"/>
          <p:cNvSpPr txBox="1"/>
          <p:nvPr>
            <p:ph idx="13" type="body"/>
          </p:nvPr>
        </p:nvSpPr>
        <p:spPr>
          <a:xfrm>
            <a:off x="6900335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45" name="Google Shape;245;p34"/>
          <p:cNvSpPr txBox="1"/>
          <p:nvPr>
            <p:ph idx="14" type="subTitle"/>
          </p:nvPr>
        </p:nvSpPr>
        <p:spPr>
          <a:xfrm>
            <a:off x="27952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46" name="Google Shape;246;p34"/>
          <p:cNvSpPr txBox="1"/>
          <p:nvPr>
            <p:ph idx="15" type="subTitle"/>
          </p:nvPr>
        </p:nvSpPr>
        <p:spPr>
          <a:xfrm>
            <a:off x="248995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47" name="Google Shape;247;p34"/>
          <p:cNvSpPr txBox="1"/>
          <p:nvPr>
            <p:ph idx="16" type="subTitle"/>
          </p:nvPr>
        </p:nvSpPr>
        <p:spPr>
          <a:xfrm>
            <a:off x="470037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48" name="Google Shape;248;p34"/>
          <p:cNvSpPr txBox="1"/>
          <p:nvPr>
            <p:ph idx="17" type="subTitle"/>
          </p:nvPr>
        </p:nvSpPr>
        <p:spPr>
          <a:xfrm>
            <a:off x="691080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right image and 2 text boxes">
  <p:cSld name="BLANK_1_1_1_1_5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5"/>
          <p:cNvSpPr txBox="1"/>
          <p:nvPr>
            <p:ph type="title"/>
          </p:nvPr>
        </p:nvSpPr>
        <p:spPr>
          <a:xfrm>
            <a:off x="276075" y="457200"/>
            <a:ext cx="6432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51" name="Google Shape;251;p35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2" name="Google Shape;252;p35"/>
          <p:cNvSpPr/>
          <p:nvPr>
            <p:ph idx="2" type="pic"/>
          </p:nvPr>
        </p:nvSpPr>
        <p:spPr>
          <a:xfrm>
            <a:off x="6802800" y="0"/>
            <a:ext cx="23412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5"/>
          <p:cNvSpPr txBox="1"/>
          <p:nvPr>
            <p:ph idx="1" type="subTitle"/>
          </p:nvPr>
        </p:nvSpPr>
        <p:spPr>
          <a:xfrm>
            <a:off x="4682775" y="2717425"/>
            <a:ext cx="20262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54" name="Google Shape;254;p35"/>
          <p:cNvSpPr txBox="1"/>
          <p:nvPr>
            <p:ph idx="3" type="subTitle"/>
          </p:nvPr>
        </p:nvSpPr>
        <p:spPr>
          <a:xfrm>
            <a:off x="6843453" y="2717425"/>
            <a:ext cx="20301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55" name="Google Shape;255;p35"/>
          <p:cNvSpPr txBox="1"/>
          <p:nvPr>
            <p:ph idx="4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56" name="Google Shape;256;p35"/>
          <p:cNvSpPr txBox="1"/>
          <p:nvPr>
            <p:ph idx="5" type="body"/>
          </p:nvPr>
        </p:nvSpPr>
        <p:spPr>
          <a:xfrm>
            <a:off x="4682775" y="3042765"/>
            <a:ext cx="2026200" cy="12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57" name="Google Shape;257;p35"/>
          <p:cNvSpPr txBox="1"/>
          <p:nvPr>
            <p:ph idx="6" type="body"/>
          </p:nvPr>
        </p:nvSpPr>
        <p:spPr>
          <a:xfrm>
            <a:off x="6843455" y="3042765"/>
            <a:ext cx="2030100" cy="12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peakers info">
  <p:cSld name="BLANK_1_1_1_1_3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/>
          <p:nvPr/>
        </p:nvSpPr>
        <p:spPr>
          <a:xfrm>
            <a:off x="5461825" y="850"/>
            <a:ext cx="3682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0" name="Google Shape;260;p36"/>
          <p:cNvSpPr txBox="1"/>
          <p:nvPr>
            <p:ph idx="1" type="subTitle"/>
          </p:nvPr>
        </p:nvSpPr>
        <p:spPr>
          <a:xfrm>
            <a:off x="1987875" y="1422801"/>
            <a:ext cx="15783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61" name="Google Shape;261;p36"/>
          <p:cNvSpPr txBox="1"/>
          <p:nvPr>
            <p:ph idx="2" type="subTitle"/>
          </p:nvPr>
        </p:nvSpPr>
        <p:spPr>
          <a:xfrm>
            <a:off x="1987875" y="1849116"/>
            <a:ext cx="1547700" cy="32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62" name="Google Shape;262;p36"/>
          <p:cNvSpPr/>
          <p:nvPr>
            <p:ph idx="3" type="pic"/>
          </p:nvPr>
        </p:nvSpPr>
        <p:spPr>
          <a:xfrm>
            <a:off x="-50" y="1424175"/>
            <a:ext cx="1838100" cy="32670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36"/>
          <p:cNvSpPr/>
          <p:nvPr>
            <p:ph idx="4" type="pic"/>
          </p:nvPr>
        </p:nvSpPr>
        <p:spPr>
          <a:xfrm>
            <a:off x="4527160" y="1424175"/>
            <a:ext cx="1838100" cy="32670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36"/>
          <p:cNvSpPr txBox="1"/>
          <p:nvPr>
            <p:ph idx="5" type="subTitle"/>
          </p:nvPr>
        </p:nvSpPr>
        <p:spPr>
          <a:xfrm>
            <a:off x="6525486" y="1422801"/>
            <a:ext cx="15783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65" name="Google Shape;265;p36"/>
          <p:cNvSpPr txBox="1"/>
          <p:nvPr>
            <p:ph idx="6" type="subTitle"/>
          </p:nvPr>
        </p:nvSpPr>
        <p:spPr>
          <a:xfrm>
            <a:off x="6525486" y="1849116"/>
            <a:ext cx="1547700" cy="32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66" name="Google Shape;266;p36"/>
          <p:cNvSpPr txBox="1"/>
          <p:nvPr>
            <p:ph type="title"/>
          </p:nvPr>
        </p:nvSpPr>
        <p:spPr>
          <a:xfrm>
            <a:off x="276075" y="457200"/>
            <a:ext cx="42489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67" name="Google Shape;267;p36"/>
          <p:cNvSpPr txBox="1"/>
          <p:nvPr>
            <p:ph idx="7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68" name="Google Shape;268;p36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36"/>
          <p:cNvSpPr txBox="1"/>
          <p:nvPr>
            <p:ph idx="8" type="body"/>
          </p:nvPr>
        </p:nvSpPr>
        <p:spPr>
          <a:xfrm>
            <a:off x="1987875" y="3545425"/>
            <a:ext cx="1755000" cy="82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70" name="Google Shape;270;p36"/>
          <p:cNvSpPr txBox="1"/>
          <p:nvPr>
            <p:ph idx="9" type="body"/>
          </p:nvPr>
        </p:nvSpPr>
        <p:spPr>
          <a:xfrm>
            <a:off x="6536675" y="3545425"/>
            <a:ext cx="1699800" cy="82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2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/>
          <p:nvPr>
            <p:ph idx="2" type="pic"/>
          </p:nvPr>
        </p:nvSpPr>
        <p:spPr>
          <a:xfrm>
            <a:off x="4138225" y="517875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37"/>
          <p:cNvSpPr/>
          <p:nvPr>
            <p:ph idx="3" type="pic"/>
          </p:nvPr>
        </p:nvSpPr>
        <p:spPr>
          <a:xfrm>
            <a:off x="4138225" y="1957188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274" name="Google Shape;274;p37"/>
          <p:cNvSpPr/>
          <p:nvPr>
            <p:ph idx="4" type="pic"/>
          </p:nvPr>
        </p:nvSpPr>
        <p:spPr>
          <a:xfrm>
            <a:off x="4138213" y="3403813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37"/>
          <p:cNvSpPr/>
          <p:nvPr>
            <p:ph idx="5" type="pic"/>
          </p:nvPr>
        </p:nvSpPr>
        <p:spPr>
          <a:xfrm>
            <a:off x="6573252" y="517875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37"/>
          <p:cNvSpPr/>
          <p:nvPr>
            <p:ph idx="6" type="pic"/>
          </p:nvPr>
        </p:nvSpPr>
        <p:spPr>
          <a:xfrm>
            <a:off x="6573252" y="1957188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37"/>
          <p:cNvSpPr/>
          <p:nvPr>
            <p:ph idx="7" type="pic"/>
          </p:nvPr>
        </p:nvSpPr>
        <p:spPr>
          <a:xfrm>
            <a:off x="6573252" y="3403813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37"/>
          <p:cNvSpPr txBox="1"/>
          <p:nvPr>
            <p:ph idx="1" type="subTitle"/>
          </p:nvPr>
        </p:nvSpPr>
        <p:spPr>
          <a:xfrm>
            <a:off x="5406561" y="3413650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79" name="Google Shape;279;p37"/>
          <p:cNvSpPr txBox="1"/>
          <p:nvPr>
            <p:ph idx="8" type="subTitle"/>
          </p:nvPr>
        </p:nvSpPr>
        <p:spPr>
          <a:xfrm>
            <a:off x="5406561" y="195147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idx="9" type="subTitle"/>
          </p:nvPr>
        </p:nvSpPr>
        <p:spPr>
          <a:xfrm>
            <a:off x="5406561" y="51822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81" name="Google Shape;281;p37"/>
          <p:cNvSpPr txBox="1"/>
          <p:nvPr>
            <p:ph idx="13" type="subTitle"/>
          </p:nvPr>
        </p:nvSpPr>
        <p:spPr>
          <a:xfrm>
            <a:off x="7840736" y="3413650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82" name="Google Shape;282;p37"/>
          <p:cNvSpPr txBox="1"/>
          <p:nvPr>
            <p:ph idx="14" type="subTitle"/>
          </p:nvPr>
        </p:nvSpPr>
        <p:spPr>
          <a:xfrm>
            <a:off x="7840736" y="195147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83" name="Google Shape;283;p37"/>
          <p:cNvSpPr txBox="1"/>
          <p:nvPr>
            <p:ph idx="15" type="subTitle"/>
          </p:nvPr>
        </p:nvSpPr>
        <p:spPr>
          <a:xfrm>
            <a:off x="7840736" y="51822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84" name="Google Shape;284;p37"/>
          <p:cNvSpPr txBox="1"/>
          <p:nvPr>
            <p:ph idx="16" type="subTitle"/>
          </p:nvPr>
        </p:nvSpPr>
        <p:spPr>
          <a:xfrm>
            <a:off x="5406550" y="1480150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85" name="Google Shape;285;p37"/>
          <p:cNvSpPr txBox="1"/>
          <p:nvPr>
            <p:ph idx="17" type="subTitle"/>
          </p:nvPr>
        </p:nvSpPr>
        <p:spPr>
          <a:xfrm>
            <a:off x="7840725" y="1480150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86" name="Google Shape;286;p37"/>
          <p:cNvSpPr txBox="1"/>
          <p:nvPr>
            <p:ph idx="18" type="subTitle"/>
          </p:nvPr>
        </p:nvSpPr>
        <p:spPr>
          <a:xfrm>
            <a:off x="5406550" y="2923778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87" name="Google Shape;287;p37"/>
          <p:cNvSpPr txBox="1"/>
          <p:nvPr>
            <p:ph idx="19" type="subTitle"/>
          </p:nvPr>
        </p:nvSpPr>
        <p:spPr>
          <a:xfrm>
            <a:off x="7840725" y="2923778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88" name="Google Shape;288;p37"/>
          <p:cNvSpPr txBox="1"/>
          <p:nvPr>
            <p:ph idx="20" type="subTitle"/>
          </p:nvPr>
        </p:nvSpPr>
        <p:spPr>
          <a:xfrm>
            <a:off x="5406550" y="4367403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89" name="Google Shape;289;p37"/>
          <p:cNvSpPr txBox="1"/>
          <p:nvPr>
            <p:ph idx="21" type="subTitle"/>
          </p:nvPr>
        </p:nvSpPr>
        <p:spPr>
          <a:xfrm>
            <a:off x="7840725" y="4367403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90" name="Google Shape;290;p37"/>
          <p:cNvSpPr txBox="1"/>
          <p:nvPr>
            <p:ph type="title"/>
          </p:nvPr>
        </p:nvSpPr>
        <p:spPr>
          <a:xfrm>
            <a:off x="276075" y="457200"/>
            <a:ext cx="3800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91" name="Google Shape;291;p37"/>
          <p:cNvSpPr txBox="1"/>
          <p:nvPr>
            <p:ph idx="2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92" name="Google Shape;292;p37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_2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95" name="Google Shape;295;p38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38"/>
          <p:cNvSpPr txBox="1"/>
          <p:nvPr>
            <p:ph idx="2" type="body"/>
          </p:nvPr>
        </p:nvSpPr>
        <p:spPr>
          <a:xfrm>
            <a:off x="276075" y="1763425"/>
            <a:ext cx="4342800" cy="7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with picture">
  <p:cSld name="BLANK_1_1_1_1_1_1_1_2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1182150" y="1765350"/>
            <a:ext cx="6779700" cy="17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00" name="Google Shape;300;p39"/>
          <p:cNvSpPr txBox="1"/>
          <p:nvPr>
            <p:ph idx="2" type="title"/>
          </p:nvPr>
        </p:nvSpPr>
        <p:spPr>
          <a:xfrm>
            <a:off x="1182150" y="4058050"/>
            <a:ext cx="6779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01" name="Google Shape;301;p39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3" name="Google Shape;303;p39"/>
          <p:cNvSpPr/>
          <p:nvPr>
            <p:ph idx="3" type="pic"/>
          </p:nvPr>
        </p:nvSpPr>
        <p:spPr>
          <a:xfrm>
            <a:off x="0" y="0"/>
            <a:ext cx="9144000" cy="1079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dk2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type="title"/>
          </p:nvPr>
        </p:nvSpPr>
        <p:spPr>
          <a:xfrm>
            <a:off x="270983" y="1985025"/>
            <a:ext cx="33429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06" name="Google Shape;306;p40"/>
          <p:cNvSpPr txBox="1"/>
          <p:nvPr>
            <p:ph idx="2" type="title"/>
          </p:nvPr>
        </p:nvSpPr>
        <p:spPr>
          <a:xfrm>
            <a:off x="270983" y="29228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07" name="Google Shape;307;p40"/>
          <p:cNvSpPr txBox="1"/>
          <p:nvPr>
            <p:ph idx="3" type="title"/>
          </p:nvPr>
        </p:nvSpPr>
        <p:spPr>
          <a:xfrm>
            <a:off x="270983" y="38606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08" name="Google Shape;308;p40"/>
          <p:cNvSpPr txBox="1"/>
          <p:nvPr>
            <p:ph idx="4" type="title"/>
          </p:nvPr>
        </p:nvSpPr>
        <p:spPr>
          <a:xfrm>
            <a:off x="4858317" y="19850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09" name="Google Shape;309;p40"/>
          <p:cNvSpPr txBox="1"/>
          <p:nvPr>
            <p:ph idx="5" type="title"/>
          </p:nvPr>
        </p:nvSpPr>
        <p:spPr>
          <a:xfrm>
            <a:off x="4858317" y="29228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10" name="Google Shape;310;p40"/>
          <p:cNvSpPr txBox="1"/>
          <p:nvPr>
            <p:ph idx="6" type="title"/>
          </p:nvPr>
        </p:nvSpPr>
        <p:spPr>
          <a:xfrm>
            <a:off x="4858317" y="38606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11" name="Google Shape;311;p40"/>
          <p:cNvSpPr txBox="1"/>
          <p:nvPr>
            <p:ph idx="7"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12" name="Google Shape;312;p40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313" name="Google Shape;313;p40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4" name="Google Shape;314;p40"/>
          <p:cNvSpPr txBox="1"/>
          <p:nvPr>
            <p:ph idx="8" type="subTitle"/>
          </p:nvPr>
        </p:nvSpPr>
        <p:spPr>
          <a:xfrm>
            <a:off x="271825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315" name="Google Shape;315;p40"/>
          <p:cNvSpPr txBox="1"/>
          <p:nvPr>
            <p:ph idx="9" type="subTitle"/>
          </p:nvPr>
        </p:nvSpPr>
        <p:spPr>
          <a:xfrm>
            <a:off x="4858700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316" name="Google Shape;316;p40"/>
          <p:cNvSpPr txBox="1"/>
          <p:nvPr>
            <p:ph idx="13" type="subTitle"/>
          </p:nvPr>
        </p:nvSpPr>
        <p:spPr>
          <a:xfrm>
            <a:off x="271825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317" name="Google Shape;317;p40"/>
          <p:cNvSpPr txBox="1"/>
          <p:nvPr>
            <p:ph idx="14" type="subTitle"/>
          </p:nvPr>
        </p:nvSpPr>
        <p:spPr>
          <a:xfrm>
            <a:off x="271825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318" name="Google Shape;318;p40"/>
          <p:cNvSpPr txBox="1"/>
          <p:nvPr>
            <p:ph idx="15" type="subTitle"/>
          </p:nvPr>
        </p:nvSpPr>
        <p:spPr>
          <a:xfrm>
            <a:off x="4858700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319" name="Google Shape;319;p40"/>
          <p:cNvSpPr txBox="1"/>
          <p:nvPr>
            <p:ph idx="16" type="subTitle"/>
          </p:nvPr>
        </p:nvSpPr>
        <p:spPr>
          <a:xfrm>
            <a:off x="4858700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image with right text">
  <p:cSld name="BLANK_1_1_1_1_1_1_1_1_1_1_1_1_1_1_1_1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1"/>
          <p:cNvSpPr/>
          <p:nvPr>
            <p:ph idx="2" type="pic"/>
          </p:nvPr>
        </p:nvSpPr>
        <p:spPr>
          <a:xfrm>
            <a:off x="0" y="0"/>
            <a:ext cx="4348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41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323" name="Google Shape;323;p41"/>
          <p:cNvSpPr txBox="1"/>
          <p:nvPr>
            <p:ph type="title"/>
          </p:nvPr>
        </p:nvSpPr>
        <p:spPr>
          <a:xfrm>
            <a:off x="4618950" y="457200"/>
            <a:ext cx="42516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24" name="Google Shape;324;p41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41"/>
          <p:cNvSpPr txBox="1"/>
          <p:nvPr>
            <p:ph idx="3" type="subTitle"/>
          </p:nvPr>
        </p:nvSpPr>
        <p:spPr>
          <a:xfrm>
            <a:off x="4618950" y="2823908"/>
            <a:ext cx="4251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26" name="Google Shape;326;p41"/>
          <p:cNvSpPr txBox="1"/>
          <p:nvPr>
            <p:ph idx="4" type="body"/>
          </p:nvPr>
        </p:nvSpPr>
        <p:spPr>
          <a:xfrm>
            <a:off x="4618950" y="3457500"/>
            <a:ext cx="4251600" cy="9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ight image">
  <p:cSld name="BLANK_1_1_1_1_1_1_1_1_1_1_1_1_1_1_1_1_2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2"/>
          <p:cNvSpPr/>
          <p:nvPr>
            <p:ph idx="2" type="pic"/>
          </p:nvPr>
        </p:nvSpPr>
        <p:spPr>
          <a:xfrm>
            <a:off x="6877724" y="0"/>
            <a:ext cx="2266200" cy="34050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2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30" name="Google Shape;330;p42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331" name="Google Shape;331;p4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43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35" name="Google Shape;335;p43"/>
          <p:cNvSpPr txBox="1"/>
          <p:nvPr>
            <p:ph idx="1" type="subTitle"/>
          </p:nvPr>
        </p:nvSpPr>
        <p:spPr>
          <a:xfrm>
            <a:off x="1114250" y="18790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36" name="Google Shape;336;p43"/>
          <p:cNvSpPr txBox="1"/>
          <p:nvPr>
            <p:ph idx="2" type="subTitle"/>
          </p:nvPr>
        </p:nvSpPr>
        <p:spPr>
          <a:xfrm>
            <a:off x="2135350" y="18790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37" name="Google Shape;337;p43"/>
          <p:cNvSpPr txBox="1"/>
          <p:nvPr>
            <p:ph idx="3" type="subTitle"/>
          </p:nvPr>
        </p:nvSpPr>
        <p:spPr>
          <a:xfrm>
            <a:off x="5787475" y="19129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38" name="Google Shape;338;p43"/>
          <p:cNvSpPr txBox="1"/>
          <p:nvPr>
            <p:ph idx="4" type="subTitle"/>
          </p:nvPr>
        </p:nvSpPr>
        <p:spPr>
          <a:xfrm>
            <a:off x="1114250" y="28168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39" name="Google Shape;339;p43"/>
          <p:cNvSpPr txBox="1"/>
          <p:nvPr>
            <p:ph idx="5" type="subTitle"/>
          </p:nvPr>
        </p:nvSpPr>
        <p:spPr>
          <a:xfrm>
            <a:off x="2135350" y="28168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40" name="Google Shape;340;p43"/>
          <p:cNvSpPr txBox="1"/>
          <p:nvPr>
            <p:ph idx="6" type="subTitle"/>
          </p:nvPr>
        </p:nvSpPr>
        <p:spPr>
          <a:xfrm>
            <a:off x="5787475" y="28507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41" name="Google Shape;341;p43"/>
          <p:cNvSpPr txBox="1"/>
          <p:nvPr>
            <p:ph idx="7" type="subTitle"/>
          </p:nvPr>
        </p:nvSpPr>
        <p:spPr>
          <a:xfrm>
            <a:off x="1114250" y="37546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42" name="Google Shape;342;p43"/>
          <p:cNvSpPr txBox="1"/>
          <p:nvPr>
            <p:ph idx="8" type="subTitle"/>
          </p:nvPr>
        </p:nvSpPr>
        <p:spPr>
          <a:xfrm>
            <a:off x="2135350" y="37546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43" name="Google Shape;343;p43"/>
          <p:cNvSpPr txBox="1"/>
          <p:nvPr>
            <p:ph idx="9" type="subTitle"/>
          </p:nvPr>
        </p:nvSpPr>
        <p:spPr>
          <a:xfrm>
            <a:off x="5787475" y="37885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1">
  <p:cSld name="CUSTOM_1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4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6" name="Google Shape;346;p44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47" name="Google Shape;347;p44"/>
          <p:cNvSpPr txBox="1"/>
          <p:nvPr>
            <p:ph idx="1" type="subTitle"/>
          </p:nvPr>
        </p:nvSpPr>
        <p:spPr>
          <a:xfrm>
            <a:off x="276075" y="1194000"/>
            <a:ext cx="19902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48" name="Google Shape;348;p44"/>
          <p:cNvSpPr txBox="1"/>
          <p:nvPr>
            <p:ph idx="2" type="subTitle"/>
          </p:nvPr>
        </p:nvSpPr>
        <p:spPr>
          <a:xfrm>
            <a:off x="3074775" y="1194000"/>
            <a:ext cx="4164900" cy="22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49" name="Google Shape;349;p44"/>
          <p:cNvSpPr txBox="1"/>
          <p:nvPr>
            <p:ph idx="3" type="body"/>
          </p:nvPr>
        </p:nvSpPr>
        <p:spPr>
          <a:xfrm>
            <a:off x="30747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50" name="Google Shape;350;p44"/>
          <p:cNvSpPr txBox="1"/>
          <p:nvPr>
            <p:ph idx="4" type="subTitle"/>
          </p:nvPr>
        </p:nvSpPr>
        <p:spPr>
          <a:xfrm>
            <a:off x="30747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1" name="Google Shape;351;p44"/>
          <p:cNvSpPr txBox="1"/>
          <p:nvPr>
            <p:ph idx="5" type="body"/>
          </p:nvPr>
        </p:nvSpPr>
        <p:spPr>
          <a:xfrm>
            <a:off x="48828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52" name="Google Shape;352;p44"/>
          <p:cNvSpPr txBox="1"/>
          <p:nvPr>
            <p:ph idx="6" type="subTitle"/>
          </p:nvPr>
        </p:nvSpPr>
        <p:spPr>
          <a:xfrm>
            <a:off x="48828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3" name="Google Shape;353;p44"/>
          <p:cNvSpPr txBox="1"/>
          <p:nvPr>
            <p:ph idx="7" type="body"/>
          </p:nvPr>
        </p:nvSpPr>
        <p:spPr>
          <a:xfrm>
            <a:off x="66909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54" name="Google Shape;354;p44"/>
          <p:cNvSpPr txBox="1"/>
          <p:nvPr>
            <p:ph idx="8" type="subTitle"/>
          </p:nvPr>
        </p:nvSpPr>
        <p:spPr>
          <a:xfrm>
            <a:off x="66909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5" name="Google Shape;355;p44"/>
          <p:cNvSpPr txBox="1"/>
          <p:nvPr>
            <p:ph idx="9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56" name="Google Shape;356;p44"/>
          <p:cNvSpPr/>
          <p:nvPr>
            <p:ph idx="13" type="pic"/>
          </p:nvPr>
        </p:nvSpPr>
        <p:spPr>
          <a:xfrm>
            <a:off x="-74" y="3991500"/>
            <a:ext cx="2266200" cy="115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2">
  <p:cSld name="CUSTOM_1_1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5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9" name="Google Shape;359;p45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60" name="Google Shape;360;p45"/>
          <p:cNvSpPr txBox="1"/>
          <p:nvPr>
            <p:ph idx="1" type="subTitle"/>
          </p:nvPr>
        </p:nvSpPr>
        <p:spPr>
          <a:xfrm>
            <a:off x="276075" y="1194000"/>
            <a:ext cx="49926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361" name="Google Shape;361;p45"/>
          <p:cNvSpPr txBox="1"/>
          <p:nvPr>
            <p:ph idx="2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62" name="Google Shape;362;p45"/>
          <p:cNvSpPr txBox="1"/>
          <p:nvPr>
            <p:ph idx="3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363" name="Google Shape;363;p45"/>
          <p:cNvSpPr txBox="1"/>
          <p:nvPr>
            <p:ph idx="4" type="body"/>
          </p:nvPr>
        </p:nvSpPr>
        <p:spPr>
          <a:xfrm>
            <a:off x="2760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64" name="Google Shape;364;p45"/>
          <p:cNvSpPr txBox="1"/>
          <p:nvPr>
            <p:ph idx="5" type="subTitle"/>
          </p:nvPr>
        </p:nvSpPr>
        <p:spPr>
          <a:xfrm>
            <a:off x="2760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5" name="Google Shape;365;p45"/>
          <p:cNvSpPr txBox="1"/>
          <p:nvPr>
            <p:ph idx="6" type="body"/>
          </p:nvPr>
        </p:nvSpPr>
        <p:spPr>
          <a:xfrm>
            <a:off x="30747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66" name="Google Shape;366;p45"/>
          <p:cNvSpPr txBox="1"/>
          <p:nvPr>
            <p:ph idx="7" type="subTitle"/>
          </p:nvPr>
        </p:nvSpPr>
        <p:spPr>
          <a:xfrm>
            <a:off x="30747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7" name="Google Shape;367;p45"/>
          <p:cNvSpPr txBox="1"/>
          <p:nvPr>
            <p:ph idx="8" type="body"/>
          </p:nvPr>
        </p:nvSpPr>
        <p:spPr>
          <a:xfrm>
            <a:off x="58734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368" name="Google Shape;368;p45"/>
          <p:cNvSpPr txBox="1"/>
          <p:nvPr>
            <p:ph idx="9" type="subTitle"/>
          </p:nvPr>
        </p:nvSpPr>
        <p:spPr>
          <a:xfrm>
            <a:off x="58734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9" name="Google Shape;369;p45"/>
          <p:cNvSpPr/>
          <p:nvPr>
            <p:ph idx="13" type="pic"/>
          </p:nvPr>
        </p:nvSpPr>
        <p:spPr>
          <a:xfrm>
            <a:off x="276075" y="2076900"/>
            <a:ext cx="2463300" cy="15702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5"/>
          <p:cNvSpPr/>
          <p:nvPr>
            <p:ph idx="14" type="pic"/>
          </p:nvPr>
        </p:nvSpPr>
        <p:spPr>
          <a:xfrm>
            <a:off x="3074775" y="2076900"/>
            <a:ext cx="2463300" cy="1570200"/>
          </a:xfrm>
          <a:prstGeom prst="rect">
            <a:avLst/>
          </a:prstGeom>
          <a:noFill/>
          <a:ln>
            <a:noFill/>
          </a:ln>
        </p:spPr>
      </p:sp>
      <p:sp>
        <p:nvSpPr>
          <p:cNvPr id="371" name="Google Shape;371;p45"/>
          <p:cNvSpPr/>
          <p:nvPr>
            <p:ph idx="15" type="pic"/>
          </p:nvPr>
        </p:nvSpPr>
        <p:spPr>
          <a:xfrm>
            <a:off x="5873475" y="2073688"/>
            <a:ext cx="2463300" cy="1570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3">
  <p:cSld name="CUSTOM_1_1_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6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4" name="Google Shape;374;p46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5" name="Google Shape;375;p46"/>
          <p:cNvSpPr txBox="1"/>
          <p:nvPr>
            <p:ph idx="1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6" name="Google Shape;376;p46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379" name="Google Shape;379;p4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4" name="Google Shape;384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7" name="Google Shape;387;p5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8" name="Google Shape;388;p5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93" name="Google Shape;393;p5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98" name="Google Shape;398;p5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9" name="Google Shape;399;p5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04" name="Google Shape;404;p5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5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9" name="Google Shape;409;p5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5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5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5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5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6" name="Google Shape;416;p5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5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20" name="Google Shape;420;p6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6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6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3" name="Google Shape;423;p6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6" name="Google Shape;426;p6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6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28" name="Google Shape;428;p6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9" name="Google Shape;429;p6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6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6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6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6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6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6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38" name="Google Shape;438;p6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9" name="Google Shape;439;p6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6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6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4" name="Google Shape;444;p6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6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6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6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0" name="Google Shape;450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1" name="Google Shape;451;p6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2" name="Google Shape;452;p6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5" name="Google Shape;455;p6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6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6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8" name="Google Shape;458;p6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6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0" name="Google Shape;460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1" name="Google Shape;461;p6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2" name="Google Shape;462;p6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6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p6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6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6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6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6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6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4" name="Google Shape;474;p6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6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6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50.xml"/><Relationship Id="rId24" Type="http://schemas.openxmlformats.org/officeDocument/2006/relationships/slideLayout" Target="../slideLayouts/slideLayout53.xml"/><Relationship Id="rId23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55.xml"/><Relationship Id="rId25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56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29" Type="http://schemas.openxmlformats.org/officeDocument/2006/relationships/slideLayout" Target="../slideLayouts/slideLayout58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40.xml"/><Relationship Id="rId33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39.xml"/><Relationship Id="rId32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41.xml"/><Relationship Id="rId34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44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43.xml"/><Relationship Id="rId36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8144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1432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1432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1432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1432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1432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1432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1432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1432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idx="1" type="body"/>
          </p:nvPr>
        </p:nvSpPr>
        <p:spPr>
          <a:xfrm>
            <a:off x="283950" y="3166425"/>
            <a:ext cx="6424800" cy="15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5" name="Google Shape;215;p31"/>
          <p:cNvSpPr txBox="1"/>
          <p:nvPr>
            <p:ph type="title"/>
          </p:nvPr>
        </p:nvSpPr>
        <p:spPr>
          <a:xfrm>
            <a:off x="278750" y="513900"/>
            <a:ext cx="5802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  <p:sldLayoutId id="2147483703" r:id="rId27"/>
    <p:sldLayoutId id="2147483704" r:id="rId28"/>
    <p:sldLayoutId id="2147483705" r:id="rId29"/>
    <p:sldLayoutId id="2147483706" r:id="rId30"/>
    <p:sldLayoutId id="2147483707" r:id="rId31"/>
    <p:sldLayoutId id="2147483708" r:id="rId32"/>
    <p:sldLayoutId id="2147483709" r:id="rId33"/>
    <p:sldLayoutId id="2147483710" r:id="rId34"/>
    <p:sldLayoutId id="2147483711" r:id="rId35"/>
    <p:sldLayoutId id="2147483712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  <p15:guide id="21" pos="174">
          <p15:clr>
            <a:srgbClr val="E46962"/>
          </p15:clr>
        </p15:guide>
        <p15:guide id="22" pos="55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3.jp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Relationship Id="rId4" Type="http://schemas.openxmlformats.org/officeDocument/2006/relationships/image" Target="../media/image13.jpg"/><Relationship Id="rId5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8"/>
          <p:cNvSpPr txBox="1"/>
          <p:nvPr/>
        </p:nvSpPr>
        <p:spPr>
          <a:xfrm>
            <a:off x="278900" y="4289700"/>
            <a:ext cx="33960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By Azlaan Shafi, Aidan Casimir, Lance Miller, Josh Sebastian, Kayla Burks, Satish Parajuli, and Venkatasai Gudisa 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82" name="Google Shape;482;p68"/>
          <p:cNvCxnSpPr/>
          <p:nvPr/>
        </p:nvCxnSpPr>
        <p:spPr>
          <a:xfrm rot="10800000">
            <a:off x="750" y="361488"/>
            <a:ext cx="9102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68"/>
          <p:cNvCxnSpPr/>
          <p:nvPr/>
        </p:nvCxnSpPr>
        <p:spPr>
          <a:xfrm rot="10800000">
            <a:off x="278750" y="4163700"/>
            <a:ext cx="6425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n architectural detail of a modern building." id="484" name="Google Shape;484;p6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61984" r="8587" t="0"/>
          <a:stretch/>
        </p:blipFill>
        <p:spPr>
          <a:xfrm>
            <a:off x="6877050" y="0"/>
            <a:ext cx="2271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68"/>
          <p:cNvSpPr txBox="1"/>
          <p:nvPr>
            <p:ph idx="4294967295" type="title"/>
          </p:nvPr>
        </p:nvSpPr>
        <p:spPr>
          <a:xfrm>
            <a:off x="278750" y="513900"/>
            <a:ext cx="5802000" cy="7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LocalOT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0" name="Google Shape;490;p69"/>
          <p:cNvCxnSpPr/>
          <p:nvPr/>
        </p:nvCxnSpPr>
        <p:spPr>
          <a:xfrm rot="10800000">
            <a:off x="270887" y="1700775"/>
            <a:ext cx="4009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69"/>
          <p:cNvCxnSpPr/>
          <p:nvPr/>
        </p:nvCxnSpPr>
        <p:spPr>
          <a:xfrm rot="10800000">
            <a:off x="270887" y="2638575"/>
            <a:ext cx="4009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69"/>
          <p:cNvCxnSpPr/>
          <p:nvPr/>
        </p:nvCxnSpPr>
        <p:spPr>
          <a:xfrm rot="10800000">
            <a:off x="270887" y="3576375"/>
            <a:ext cx="4009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69"/>
          <p:cNvCxnSpPr/>
          <p:nvPr/>
        </p:nvCxnSpPr>
        <p:spPr>
          <a:xfrm rot="10800000">
            <a:off x="4858665" y="1700775"/>
            <a:ext cx="4008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69"/>
          <p:cNvCxnSpPr/>
          <p:nvPr/>
        </p:nvCxnSpPr>
        <p:spPr>
          <a:xfrm rot="10800000">
            <a:off x="4858220" y="2638575"/>
            <a:ext cx="4009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69"/>
          <p:cNvCxnSpPr/>
          <p:nvPr/>
        </p:nvCxnSpPr>
        <p:spPr>
          <a:xfrm rot="10800000">
            <a:off x="4858220" y="3576375"/>
            <a:ext cx="4009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6" name="Google Shape;496;p69"/>
          <p:cNvSpPr txBox="1"/>
          <p:nvPr>
            <p:ph idx="7"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497" name="Google Shape;497;p69"/>
          <p:cNvSpPr txBox="1"/>
          <p:nvPr>
            <p:ph type="title"/>
          </p:nvPr>
        </p:nvSpPr>
        <p:spPr>
          <a:xfrm>
            <a:off x="270983" y="1985025"/>
            <a:ext cx="33429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of LocalOT</a:t>
            </a:r>
            <a:endParaRPr/>
          </a:p>
        </p:txBody>
      </p:sp>
      <p:sp>
        <p:nvSpPr>
          <p:cNvPr id="498" name="Google Shape;498;p69"/>
          <p:cNvSpPr txBox="1"/>
          <p:nvPr>
            <p:ph idx="2" type="title"/>
          </p:nvPr>
        </p:nvSpPr>
        <p:spPr>
          <a:xfrm>
            <a:off x="270983" y="2922825"/>
            <a:ext cx="33429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Estimation</a:t>
            </a:r>
            <a:endParaRPr/>
          </a:p>
        </p:txBody>
      </p:sp>
      <p:sp>
        <p:nvSpPr>
          <p:cNvPr id="499" name="Google Shape;499;p69"/>
          <p:cNvSpPr txBox="1"/>
          <p:nvPr>
            <p:ph idx="3" type="title"/>
          </p:nvPr>
        </p:nvSpPr>
        <p:spPr>
          <a:xfrm>
            <a:off x="270983" y="3860625"/>
            <a:ext cx="33429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Project Timeline</a:t>
            </a:r>
            <a:endParaRPr/>
          </a:p>
        </p:txBody>
      </p:sp>
      <p:sp>
        <p:nvSpPr>
          <p:cNvPr id="500" name="Google Shape;500;p69"/>
          <p:cNvSpPr txBox="1"/>
          <p:nvPr>
            <p:ph idx="4" type="title"/>
          </p:nvPr>
        </p:nvSpPr>
        <p:spPr>
          <a:xfrm>
            <a:off x="4858317" y="1985025"/>
            <a:ext cx="33429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Requirements</a:t>
            </a:r>
            <a:endParaRPr/>
          </a:p>
        </p:txBody>
      </p:sp>
      <p:sp>
        <p:nvSpPr>
          <p:cNvPr id="501" name="Google Shape;501;p69"/>
          <p:cNvSpPr txBox="1"/>
          <p:nvPr>
            <p:ph idx="5" type="title"/>
          </p:nvPr>
        </p:nvSpPr>
        <p:spPr>
          <a:xfrm>
            <a:off x="4858317" y="2922825"/>
            <a:ext cx="33429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Diagrams</a:t>
            </a:r>
            <a:endParaRPr/>
          </a:p>
        </p:txBody>
      </p:sp>
      <p:sp>
        <p:nvSpPr>
          <p:cNvPr id="502" name="Google Shape;502;p69"/>
          <p:cNvSpPr txBox="1"/>
          <p:nvPr>
            <p:ph idx="6" type="title"/>
          </p:nvPr>
        </p:nvSpPr>
        <p:spPr>
          <a:xfrm>
            <a:off x="4858317" y="3860625"/>
            <a:ext cx="33429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Architectural Design</a:t>
            </a:r>
            <a:endParaRPr/>
          </a:p>
        </p:txBody>
      </p:sp>
      <p:sp>
        <p:nvSpPr>
          <p:cNvPr id="503" name="Google Shape;503;p69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LocalOT</a:t>
            </a:r>
            <a:endParaRPr/>
          </a:p>
        </p:txBody>
      </p:sp>
      <p:sp>
        <p:nvSpPr>
          <p:cNvPr id="504" name="Google Shape;504;p69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5" name="Google Shape;505;p69"/>
          <p:cNvSpPr txBox="1"/>
          <p:nvPr>
            <p:ph idx="8" type="subTitle"/>
          </p:nvPr>
        </p:nvSpPr>
        <p:spPr>
          <a:xfrm>
            <a:off x="271825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06" name="Google Shape;506;p69"/>
          <p:cNvSpPr txBox="1"/>
          <p:nvPr>
            <p:ph idx="9" type="subTitle"/>
          </p:nvPr>
        </p:nvSpPr>
        <p:spPr>
          <a:xfrm>
            <a:off x="4858700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07" name="Google Shape;507;p69"/>
          <p:cNvSpPr txBox="1"/>
          <p:nvPr>
            <p:ph idx="13" type="subTitle"/>
          </p:nvPr>
        </p:nvSpPr>
        <p:spPr>
          <a:xfrm>
            <a:off x="271825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08" name="Google Shape;508;p69"/>
          <p:cNvSpPr txBox="1"/>
          <p:nvPr>
            <p:ph idx="14" type="subTitle"/>
          </p:nvPr>
        </p:nvSpPr>
        <p:spPr>
          <a:xfrm>
            <a:off x="271825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09" name="Google Shape;509;p69"/>
          <p:cNvSpPr txBox="1"/>
          <p:nvPr>
            <p:ph idx="15" type="subTitle"/>
          </p:nvPr>
        </p:nvSpPr>
        <p:spPr>
          <a:xfrm>
            <a:off x="4858700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10" name="Google Shape;510;p69"/>
          <p:cNvSpPr txBox="1"/>
          <p:nvPr>
            <p:ph idx="16" type="subTitle"/>
          </p:nvPr>
        </p:nvSpPr>
        <p:spPr>
          <a:xfrm>
            <a:off x="4858700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0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of LocalOT</a:t>
            </a:r>
            <a:endParaRPr/>
          </a:p>
        </p:txBody>
      </p:sp>
      <p:sp>
        <p:nvSpPr>
          <p:cNvPr id="516" name="Google Shape;516;p70"/>
          <p:cNvSpPr txBox="1"/>
          <p:nvPr>
            <p:ph idx="1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17" name="Google Shape;517;p70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LocalOT</a:t>
            </a:r>
            <a:endParaRPr/>
          </a:p>
        </p:txBody>
      </p:sp>
      <p:sp>
        <p:nvSpPr>
          <p:cNvPr id="518" name="Google Shape;518;p70"/>
          <p:cNvSpPr txBox="1"/>
          <p:nvPr/>
        </p:nvSpPr>
        <p:spPr>
          <a:xfrm>
            <a:off x="737925" y="1481750"/>
            <a:ext cx="39357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 provide a free, open source and locally run calendar, fully void of any data tracking or selling.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 a world where data rights are essentially non-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existent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and are taken as a suggestion by most companies, the ability to utilize free commonplace software is paramount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Minimalistic and hands-off approach to digital calendars, providing the user with the tools to create the vibe they want.</a:t>
            </a:r>
            <a:endParaRPr b="1"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19" name="Google Shape;519;p70" title="calend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9075" y="997500"/>
            <a:ext cx="4182526" cy="3231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71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Estimation - ACEM</a:t>
            </a:r>
            <a:endParaRPr sz="1300"/>
          </a:p>
        </p:txBody>
      </p:sp>
      <p:sp>
        <p:nvSpPr>
          <p:cNvPr id="525" name="Google Shape;525;p71"/>
          <p:cNvSpPr txBox="1"/>
          <p:nvPr>
            <p:ph idx="1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26" name="Google Shape;526;p71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LocalOT</a:t>
            </a:r>
            <a:endParaRPr/>
          </a:p>
        </p:txBody>
      </p:sp>
      <p:sp>
        <p:nvSpPr>
          <p:cNvPr id="527" name="Google Shape;527;p71"/>
          <p:cNvSpPr txBox="1"/>
          <p:nvPr/>
        </p:nvSpPr>
        <p:spPr>
          <a:xfrm>
            <a:off x="-186350" y="911125"/>
            <a:ext cx="4867800" cy="3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Screens: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-3111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lphaLcPeriod"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Home calendar - 5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-31115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romanLcPeriod"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Month view - 3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-31115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romanLcPeriod"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Week View - 1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-31115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romanLcPeriod"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Day View - 1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-3111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lphaLcPeriod"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Adding Events -  5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-3111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lphaLcPeriod"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User settings - 5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Reports: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-3111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lphaLcPeriod"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Event scheduling output - 6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-3111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lphaLcPeriod"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Event alterations confirmation - 6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Object Points = 3 * 5 + 2 * 6 = 27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New Object Points = [(27) * (100 - 35 (% reuse))/100] = 17.55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Developers Experience &amp; Capability aka PROD = 4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Effort = 17.55 / 4 = 4.3875 Person-Months</a:t>
            </a:r>
            <a:br>
              <a:rPr b="1" lang="en" sz="1300">
                <a:latin typeface="Lato"/>
                <a:ea typeface="Lato"/>
                <a:cs typeface="Lato"/>
                <a:sym typeface="Lato"/>
              </a:rPr>
            </a:b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8" name="Google Shape;528;p71"/>
          <p:cNvSpPr txBox="1"/>
          <p:nvPr/>
        </p:nvSpPr>
        <p:spPr>
          <a:xfrm>
            <a:off x="6422925" y="747250"/>
            <a:ext cx="18288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$$</a:t>
            </a:r>
            <a:endParaRPr sz="10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29" name="Google Shape;529;p71"/>
          <p:cNvSpPr txBox="1"/>
          <p:nvPr/>
        </p:nvSpPr>
        <p:spPr>
          <a:xfrm>
            <a:off x="5861325" y="2646325"/>
            <a:ext cx="2952000" cy="21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Cost of Software Products = $0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Cost of Hardware Products = $0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Cost of Personnel: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b="1"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 senior dev - $85,000 salary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</a:pPr>
            <a:r>
              <a:rPr b="1"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 interns - $20/hours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Therefore, under a maximum 6 week project timeline, the total cost would be $14,607.69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2"/>
          <p:cNvSpPr txBox="1"/>
          <p:nvPr/>
        </p:nvSpPr>
        <p:spPr>
          <a:xfrm>
            <a:off x="720975" y="980575"/>
            <a:ext cx="3935700" cy="15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predict that LocalOT would take roughly 4.3875 person months of work: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-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features to implement are relatively simple, simplicity is key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-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Incremental process model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-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Allows flexibility to roll out features after open source v1.0 release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5" name="Google Shape;535;p72"/>
          <p:cNvSpPr txBox="1"/>
          <p:nvPr>
            <p:ph type="title"/>
          </p:nvPr>
        </p:nvSpPr>
        <p:spPr>
          <a:xfrm>
            <a:off x="837250" y="457200"/>
            <a:ext cx="31665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Timeline</a:t>
            </a:r>
            <a:endParaRPr/>
          </a:p>
        </p:txBody>
      </p:sp>
      <p:sp>
        <p:nvSpPr>
          <p:cNvPr id="536" name="Google Shape;536;p72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LocalOT</a:t>
            </a:r>
            <a:endParaRPr/>
          </a:p>
        </p:txBody>
      </p:sp>
      <p:sp>
        <p:nvSpPr>
          <p:cNvPr id="537" name="Google Shape;537;p72"/>
          <p:cNvSpPr txBox="1"/>
          <p:nvPr/>
        </p:nvSpPr>
        <p:spPr>
          <a:xfrm>
            <a:off x="4793100" y="228600"/>
            <a:ext cx="3935700" cy="23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Timeline: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-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Database/Framework research and selection, feature planning, process development, architecture planning (1-2 weeks)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-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Building database, prototyping different pages/views, drafting MVC foundation (1 week)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-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Build View component with all screen variations (1 week)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-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Build Controller component to interface with database prototype (1 week)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-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Finalize Model component to complete MVC relations (1 week)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38" name="Google Shape;538;p72"/>
          <p:cNvGraphicFramePr/>
          <p:nvPr/>
        </p:nvGraphicFramePr>
        <p:xfrm>
          <a:off x="905550" y="262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{404828F0-5CFF-444E-990B-E042EA3F415F}</a:tableStyleId>
              </a:tblPr>
              <a:tblGrid>
                <a:gridCol w="3619500"/>
                <a:gridCol w="3619500"/>
              </a:tblGrid>
              <a:tr h="211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ato"/>
                          <a:ea typeface="Lato"/>
                          <a:cs typeface="Lato"/>
                          <a:sym typeface="Lato"/>
                        </a:rPr>
                        <a:t>Estimated Time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ato"/>
                          <a:ea typeface="Lato"/>
                          <a:cs typeface="Lato"/>
                          <a:sym typeface="Lato"/>
                        </a:rPr>
                        <a:t>Activity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211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ato"/>
                          <a:ea typeface="Lato"/>
                          <a:cs typeface="Lato"/>
                          <a:sym typeface="Lato"/>
                        </a:rPr>
                        <a:t>1-2 weeks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ato"/>
                          <a:ea typeface="Lato"/>
                          <a:cs typeface="Lato"/>
                          <a:sym typeface="Lato"/>
                        </a:rPr>
                        <a:t>Research and Development, Process/Arch. Planning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211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ato"/>
                          <a:ea typeface="Lato"/>
                          <a:cs typeface="Lato"/>
                          <a:sym typeface="Lato"/>
                        </a:rPr>
                        <a:t>1 week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ato"/>
                          <a:ea typeface="Lato"/>
                          <a:cs typeface="Lato"/>
                          <a:sym typeface="Lato"/>
                        </a:rPr>
                        <a:t>Defining database structure, prototype page views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211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ato"/>
                          <a:ea typeface="Lato"/>
                          <a:cs typeface="Lato"/>
                          <a:sym typeface="Lato"/>
                        </a:rPr>
                        <a:t>1 week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ato"/>
                          <a:ea typeface="Lato"/>
                          <a:cs typeface="Lato"/>
                          <a:sym typeface="Lato"/>
                        </a:rPr>
                        <a:t>Build View component w/ screen variations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211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ato"/>
                          <a:ea typeface="Lato"/>
                          <a:cs typeface="Lato"/>
                          <a:sym typeface="Lato"/>
                        </a:rPr>
                        <a:t>1 week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ato"/>
                          <a:ea typeface="Lato"/>
                          <a:cs typeface="Lato"/>
                          <a:sym typeface="Lato"/>
                        </a:rPr>
                        <a:t>Build Controller component to interface with view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211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ato"/>
                          <a:ea typeface="Lato"/>
                          <a:cs typeface="Lato"/>
                          <a:sym typeface="Lato"/>
                        </a:rPr>
                        <a:t>1 week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ato"/>
                          <a:ea typeface="Lato"/>
                          <a:cs typeface="Lato"/>
                          <a:sym typeface="Lato"/>
                        </a:rPr>
                        <a:t>Debugging and Polishing</a:t>
                      </a:r>
                      <a:endParaRPr sz="12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3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Timeline Gantt Chart View</a:t>
            </a:r>
            <a:endParaRPr/>
          </a:p>
        </p:txBody>
      </p:sp>
      <p:sp>
        <p:nvSpPr>
          <p:cNvPr id="544" name="Google Shape;544;p73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LocalOT</a:t>
            </a:r>
            <a:endParaRPr/>
          </a:p>
        </p:txBody>
      </p:sp>
      <p:pic>
        <p:nvPicPr>
          <p:cNvPr id="545" name="Google Shape;545;p73" title="ganttChartShit.png"/>
          <p:cNvPicPr preferRelativeResize="0"/>
          <p:nvPr/>
        </p:nvPicPr>
        <p:blipFill rotWithShape="1">
          <a:blip r:embed="rId3">
            <a:alphaModFix/>
          </a:blip>
          <a:srcRect b="0" l="0" r="5240" t="0"/>
          <a:stretch/>
        </p:blipFill>
        <p:spPr>
          <a:xfrm>
            <a:off x="1461675" y="845100"/>
            <a:ext cx="5636751" cy="39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4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Requirements</a:t>
            </a:r>
            <a:endParaRPr/>
          </a:p>
        </p:txBody>
      </p:sp>
      <p:sp>
        <p:nvSpPr>
          <p:cNvPr id="551" name="Google Shape;551;p74"/>
          <p:cNvSpPr txBox="1"/>
          <p:nvPr/>
        </p:nvSpPr>
        <p:spPr>
          <a:xfrm>
            <a:off x="918650" y="924750"/>
            <a:ext cx="5639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-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system must allow users to add an event.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-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system must allow users to edit an existing event.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-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system must allow users to delete an event.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-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system must detect scheduling conflicts when a new event is added.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-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system must display a daily calendar view.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-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system must display a weekly and monthly calendar view.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-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system must highlight holidays and weekends in distinct colors.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2" name="Google Shape;552;p74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LocalOT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5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Non-Functional Requirements </a:t>
            </a:r>
            <a:endParaRPr/>
          </a:p>
        </p:txBody>
      </p:sp>
      <p:sp>
        <p:nvSpPr>
          <p:cNvPr id="558" name="Google Shape;558;p75"/>
          <p:cNvSpPr txBox="1"/>
          <p:nvPr/>
        </p:nvSpPr>
        <p:spPr>
          <a:xfrm>
            <a:off x="720475" y="924750"/>
            <a:ext cx="61800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Usability</a:t>
            </a:r>
            <a:endParaRPr b="1"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system should be learnable by new users within 30 minutes.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Performance</a:t>
            </a:r>
            <a:endParaRPr b="1"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change to an event must appear within 1 second.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Space</a:t>
            </a:r>
            <a:endParaRPr b="1"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system must need </a:t>
            </a:r>
            <a:r>
              <a:rPr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100MB</a:t>
            </a:r>
            <a:r>
              <a:rPr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or less of local storage.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Dependability</a:t>
            </a:r>
            <a:endParaRPr b="1"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All data must be saved automatically in the event that an unexpected event occurs.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Security</a:t>
            </a:r>
            <a:endParaRPr b="1"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system must lock a user account after five failed login attempts.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Environmental</a:t>
            </a:r>
            <a:endParaRPr b="1"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system must work on the major browsers including Google Chrome, Microsoft Edge, and Apple Safari.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Operational</a:t>
            </a:r>
            <a:endParaRPr b="1"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system should be operational within 3 seconds of being opened.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Development</a:t>
            </a:r>
            <a:endParaRPr b="1"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system should be made using Java or Python for the backend.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Ethical</a:t>
            </a:r>
            <a:endParaRPr b="1"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system must allow users to delete all of their data at any time.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Accounting</a:t>
            </a:r>
            <a:endParaRPr b="1"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system must record any log-ins and actions made by users.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Safety/Security</a:t>
            </a:r>
            <a:endParaRPr b="1"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system must comply with relevant laws and regulations concerning data and user protection.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9" name="Google Shape;559;p75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LocalOT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oof of a modern building underneath a sunny blue sky. " id="564" name="Google Shape;564;p76"/>
          <p:cNvPicPr preferRelativeResize="0"/>
          <p:nvPr/>
        </p:nvPicPr>
        <p:blipFill rotWithShape="1">
          <a:blip r:embed="rId3">
            <a:alphaModFix/>
          </a:blip>
          <a:srcRect b="56374" l="0" r="0" t="6107"/>
          <a:stretch/>
        </p:blipFill>
        <p:spPr>
          <a:xfrm>
            <a:off x="1423" y="-1"/>
            <a:ext cx="91439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76"/>
          <p:cNvSpPr txBox="1"/>
          <p:nvPr>
            <p:ph type="title"/>
          </p:nvPr>
        </p:nvSpPr>
        <p:spPr>
          <a:xfrm>
            <a:off x="837250" y="457200"/>
            <a:ext cx="29049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 Case Diagram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66" name="Google Shape;566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925" y="1027888"/>
            <a:ext cx="4166075" cy="3605265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76"/>
          <p:cNvSpPr txBox="1"/>
          <p:nvPr>
            <p:ph idx="2" type="subTitle"/>
          </p:nvPr>
        </p:nvSpPr>
        <p:spPr>
          <a:xfrm>
            <a:off x="276075" y="4815950"/>
            <a:ext cx="4194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LocalOT</a:t>
            </a:r>
            <a:endParaRPr/>
          </a:p>
        </p:txBody>
      </p:sp>
      <p:sp>
        <p:nvSpPr>
          <p:cNvPr id="568" name="Google Shape;568;p76"/>
          <p:cNvSpPr txBox="1"/>
          <p:nvPr/>
        </p:nvSpPr>
        <p:spPr>
          <a:xfrm>
            <a:off x="5145750" y="1085675"/>
            <a:ext cx="3424200" cy="351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User can perform all fundamental calendar operations such as: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Log In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View Calendar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manage events (which includes Add, Edit, and Delete Event).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diagram shows relationships to specify functionality.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7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Diagram</a:t>
            </a:r>
            <a:endParaRPr/>
          </a:p>
        </p:txBody>
      </p:sp>
      <p:sp>
        <p:nvSpPr>
          <p:cNvPr id="574" name="Google Shape;574;p77"/>
          <p:cNvSpPr txBox="1"/>
          <p:nvPr>
            <p:ph idx="1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75" name="Google Shape;575;p77"/>
          <p:cNvSpPr txBox="1"/>
          <p:nvPr/>
        </p:nvSpPr>
        <p:spPr>
          <a:xfrm>
            <a:off x="1153150" y="4642825"/>
            <a:ext cx="24207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75" lIns="73775" spcFirstLastPara="1" rIns="73775" wrap="square" tIns="7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68">
                <a:latin typeface="Calibri"/>
                <a:ea typeface="Calibri"/>
                <a:cs typeface="Calibri"/>
                <a:sym typeface="Calibri"/>
              </a:rPr>
              <a:t>Sequence Diagram (Add Event) (made using Lucidchart)</a:t>
            </a:r>
            <a:endParaRPr sz="1129"/>
          </a:p>
        </p:txBody>
      </p:sp>
      <p:pic>
        <p:nvPicPr>
          <p:cNvPr id="576" name="Google Shape;576;p77"/>
          <p:cNvPicPr preferRelativeResize="0"/>
          <p:nvPr/>
        </p:nvPicPr>
        <p:blipFill rotWithShape="1">
          <a:blip r:embed="rId3">
            <a:alphaModFix/>
          </a:blip>
          <a:srcRect b="4415" l="15162" r="30800" t="4159"/>
          <a:stretch/>
        </p:blipFill>
        <p:spPr>
          <a:xfrm>
            <a:off x="358675" y="1130800"/>
            <a:ext cx="4314150" cy="3512022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77"/>
          <p:cNvSpPr txBox="1"/>
          <p:nvPr/>
        </p:nvSpPr>
        <p:spPr>
          <a:xfrm>
            <a:off x="4981800" y="1335900"/>
            <a:ext cx="3642000" cy="24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Here is a sequence diagram for adding an event in LocalOT.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set up shows the steps a user would normally take to add an event  in our app.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diagram also shows the checks the app would make when an event is being added and any actions it would take depending on these checks.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8" name="Google Shape;578;p77"/>
          <p:cNvSpPr txBox="1"/>
          <p:nvPr>
            <p:ph idx="2" type="subTitle"/>
          </p:nvPr>
        </p:nvSpPr>
        <p:spPr>
          <a:xfrm>
            <a:off x="276075" y="4815950"/>
            <a:ext cx="4194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LocalOT</a:t>
            </a:r>
            <a:endParaRPr/>
          </a:p>
        </p:txBody>
      </p:sp>
      <p:pic>
        <p:nvPicPr>
          <p:cNvPr descr="Rows of rectangular windows cover the face of a modern building." id="579" name="Google Shape;579;p77"/>
          <p:cNvPicPr preferRelativeResize="0"/>
          <p:nvPr/>
        </p:nvPicPr>
        <p:blipFill rotWithShape="1">
          <a:blip r:embed="rId4">
            <a:alphaModFix/>
          </a:blip>
          <a:srcRect b="39724" l="0" r="0" t="26217"/>
          <a:stretch/>
        </p:blipFill>
        <p:spPr>
          <a:xfrm>
            <a:off x="6877850" y="0"/>
            <a:ext cx="2266150" cy="115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8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Diagram</a:t>
            </a:r>
            <a:endParaRPr/>
          </a:p>
        </p:txBody>
      </p:sp>
      <p:sp>
        <p:nvSpPr>
          <p:cNvPr id="585" name="Google Shape;585;p78"/>
          <p:cNvSpPr txBox="1"/>
          <p:nvPr>
            <p:ph idx="1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86" name="Google Shape;586;p78"/>
          <p:cNvSpPr txBox="1"/>
          <p:nvPr/>
        </p:nvSpPr>
        <p:spPr>
          <a:xfrm>
            <a:off x="1153150" y="4642825"/>
            <a:ext cx="24207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75" lIns="73775" spcFirstLastPara="1" rIns="73775" wrap="square" tIns="7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68">
                <a:latin typeface="Calibri"/>
                <a:ea typeface="Calibri"/>
                <a:cs typeface="Calibri"/>
                <a:sym typeface="Calibri"/>
              </a:rPr>
              <a:t>Sequence Diagram (Edit Event) (made using Lucidchart)</a:t>
            </a:r>
            <a:endParaRPr sz="1129"/>
          </a:p>
        </p:txBody>
      </p:sp>
      <p:pic>
        <p:nvPicPr>
          <p:cNvPr id="587" name="Google Shape;587;p78"/>
          <p:cNvPicPr preferRelativeResize="0"/>
          <p:nvPr/>
        </p:nvPicPr>
        <p:blipFill rotWithShape="1">
          <a:blip r:embed="rId3">
            <a:alphaModFix/>
          </a:blip>
          <a:srcRect b="4415" l="15162" r="30800" t="4159"/>
          <a:stretch/>
        </p:blipFill>
        <p:spPr>
          <a:xfrm>
            <a:off x="358675" y="1130800"/>
            <a:ext cx="4314150" cy="3512022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78"/>
          <p:cNvSpPr txBox="1"/>
          <p:nvPr/>
        </p:nvSpPr>
        <p:spPr>
          <a:xfrm>
            <a:off x="4981800" y="1335900"/>
            <a:ext cx="3642000" cy="24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example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involves editing an event.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It will follow the protocol of checking for conflict.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9" name="Google Shape;589;p78"/>
          <p:cNvSpPr txBox="1"/>
          <p:nvPr>
            <p:ph idx="2" type="subTitle"/>
          </p:nvPr>
        </p:nvSpPr>
        <p:spPr>
          <a:xfrm>
            <a:off x="276075" y="4815950"/>
            <a:ext cx="4194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LocalOT</a:t>
            </a:r>
            <a:endParaRPr/>
          </a:p>
        </p:txBody>
      </p:sp>
      <p:pic>
        <p:nvPicPr>
          <p:cNvPr descr="Rows of rectangular windows cover the face of a modern building." id="590" name="Google Shape;590;p78"/>
          <p:cNvPicPr preferRelativeResize="0"/>
          <p:nvPr/>
        </p:nvPicPr>
        <p:blipFill rotWithShape="1">
          <a:blip r:embed="rId4">
            <a:alphaModFix/>
          </a:blip>
          <a:srcRect b="39724" l="0" r="0" t="26217"/>
          <a:stretch/>
        </p:blipFill>
        <p:spPr>
          <a:xfrm>
            <a:off x="6877850" y="0"/>
            <a:ext cx="2266150" cy="1152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78"/>
          <p:cNvPicPr preferRelativeResize="0"/>
          <p:nvPr/>
        </p:nvPicPr>
        <p:blipFill rotWithShape="1">
          <a:blip r:embed="rId5">
            <a:alphaModFix/>
          </a:blip>
          <a:srcRect b="4388" l="15944" r="35739" t="0"/>
          <a:stretch/>
        </p:blipFill>
        <p:spPr>
          <a:xfrm>
            <a:off x="472113" y="976438"/>
            <a:ext cx="3782763" cy="353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ispy out-of-focus clouds under a solid blue sky. " id="596" name="Google Shape;596;p79"/>
          <p:cNvPicPr preferRelativeResize="0"/>
          <p:nvPr/>
        </p:nvPicPr>
        <p:blipFill rotWithShape="1">
          <a:blip r:embed="rId3">
            <a:alphaModFix/>
          </a:blip>
          <a:srcRect b="0" l="0" r="0" t="15604"/>
          <a:stretch/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79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Diagram</a:t>
            </a:r>
            <a:endParaRPr/>
          </a:p>
        </p:txBody>
      </p:sp>
      <p:sp>
        <p:nvSpPr>
          <p:cNvPr id="598" name="Google Shape;598;p79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LocalOT</a:t>
            </a:r>
            <a:endParaRPr/>
          </a:p>
        </p:txBody>
      </p:sp>
      <p:pic>
        <p:nvPicPr>
          <p:cNvPr id="599" name="Google Shape;599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625" y="1113763"/>
            <a:ext cx="2515700" cy="3511488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79"/>
          <p:cNvSpPr txBox="1"/>
          <p:nvPr/>
        </p:nvSpPr>
        <p:spPr>
          <a:xfrm>
            <a:off x="4281125" y="1162675"/>
            <a:ext cx="4026900" cy="230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diagram shows the classes involved in the LocalOT app. 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This entails all the components those classes are likely to require as well.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classes are connected with relations between them which will be at least one but some have more than one relation.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oxy modern building with bright walls under a sunny sky." id="605" name="Google Shape;605;p80"/>
          <p:cNvPicPr preferRelativeResize="0"/>
          <p:nvPr/>
        </p:nvPicPr>
        <p:blipFill rotWithShape="1">
          <a:blip r:embed="rId3">
            <a:alphaModFix amt="90000"/>
          </a:blip>
          <a:srcRect b="29022" l="0" r="0" t="0"/>
          <a:stretch/>
        </p:blipFill>
        <p:spPr>
          <a:xfrm>
            <a:off x="-4" y="0"/>
            <a:ext cx="9144003" cy="51434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6" name="Google Shape;606;p80"/>
          <p:cNvCxnSpPr/>
          <p:nvPr/>
        </p:nvCxnSpPr>
        <p:spPr>
          <a:xfrm rot="10800000">
            <a:off x="285600" y="1621525"/>
            <a:ext cx="857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7" name="Google Shape;607;p80"/>
          <p:cNvSpPr txBox="1"/>
          <p:nvPr>
            <p:ph type="title"/>
          </p:nvPr>
        </p:nvSpPr>
        <p:spPr>
          <a:xfrm>
            <a:off x="276075" y="457200"/>
            <a:ext cx="8594400" cy="11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0"/>
              <a:t>Architecture</a:t>
            </a:r>
            <a:endParaRPr sz="8400"/>
          </a:p>
        </p:txBody>
      </p:sp>
      <p:sp>
        <p:nvSpPr>
          <p:cNvPr id="608" name="Google Shape;608;p80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9" name="Google Shape;609;p80"/>
          <p:cNvSpPr txBox="1"/>
          <p:nvPr>
            <p:ph idx="2" type="body"/>
          </p:nvPr>
        </p:nvSpPr>
        <p:spPr>
          <a:xfrm>
            <a:off x="252300" y="1801500"/>
            <a:ext cx="4342800" cy="2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layfair Display"/>
                <a:ea typeface="Playfair Display"/>
                <a:cs typeface="Playfair Display"/>
                <a:sym typeface="Playfair Display"/>
              </a:rPr>
              <a:t>MVC Structure</a:t>
            </a:r>
            <a:endParaRPr sz="1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81"/>
          <p:cNvSpPr txBox="1"/>
          <p:nvPr>
            <p:ph idx="5" type="body"/>
          </p:nvPr>
        </p:nvSpPr>
        <p:spPr>
          <a:xfrm>
            <a:off x="7599675" y="1826875"/>
            <a:ext cx="1263300" cy="15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Bridge gap between Model and 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Embedded functionality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User interactivity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Modularity and seamless experience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Requests View updates from Model</a:t>
            </a:r>
            <a:endParaRPr/>
          </a:p>
        </p:txBody>
      </p:sp>
      <p:sp>
        <p:nvSpPr>
          <p:cNvPr id="615" name="Google Shape;615;p81"/>
          <p:cNvSpPr txBox="1"/>
          <p:nvPr>
            <p:ph idx="5" type="body"/>
          </p:nvPr>
        </p:nvSpPr>
        <p:spPr>
          <a:xfrm>
            <a:off x="6173450" y="1826875"/>
            <a:ext cx="1263300" cy="19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Displaying all relevant content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Front end look and feel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Visual presentation, layout, design,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Responds to supplied data from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Periodic “heartbeat” pings to Model for up-to-date info.</a:t>
            </a:r>
            <a:endParaRPr/>
          </a:p>
        </p:txBody>
      </p:sp>
      <p:sp>
        <p:nvSpPr>
          <p:cNvPr id="616" name="Google Shape;616;p81"/>
          <p:cNvSpPr txBox="1"/>
          <p:nvPr>
            <p:ph type="title"/>
          </p:nvPr>
        </p:nvSpPr>
        <p:spPr>
          <a:xfrm>
            <a:off x="276075" y="457200"/>
            <a:ext cx="6432900" cy="36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Project Architecture</a:t>
            </a:r>
            <a:endParaRPr/>
          </a:p>
        </p:txBody>
      </p:sp>
      <p:pic>
        <p:nvPicPr>
          <p:cNvPr id="617" name="Google Shape;617;p81"/>
          <p:cNvPicPr preferRelativeResize="0"/>
          <p:nvPr/>
        </p:nvPicPr>
        <p:blipFill rotWithShape="1">
          <a:blip r:embed="rId3">
            <a:alphaModFix/>
          </a:blip>
          <a:srcRect b="33043" l="0" r="0" t="33047"/>
          <a:stretch/>
        </p:blipFill>
        <p:spPr>
          <a:xfrm>
            <a:off x="6877850" y="0"/>
            <a:ext cx="2266146" cy="1152051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81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9" name="Google Shape;619;p81"/>
          <p:cNvSpPr txBox="1"/>
          <p:nvPr>
            <p:ph idx="4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LocalOT</a:t>
            </a:r>
            <a:endParaRPr/>
          </a:p>
        </p:txBody>
      </p:sp>
      <p:pic>
        <p:nvPicPr>
          <p:cNvPr descr="An architectural detail of a modern building." id="620" name="Google Shape;620;p81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33062" l="0" r="0" t="33065"/>
          <a:stretch/>
        </p:blipFill>
        <p:spPr>
          <a:xfrm>
            <a:off x="6802800" y="0"/>
            <a:ext cx="2341200" cy="1189801"/>
          </a:xfrm>
          <a:prstGeom prst="rect">
            <a:avLst/>
          </a:prstGeom>
        </p:spPr>
      </p:pic>
      <p:sp>
        <p:nvSpPr>
          <p:cNvPr id="621" name="Google Shape;621;p81"/>
          <p:cNvSpPr txBox="1"/>
          <p:nvPr>
            <p:ph idx="1" type="subTitle"/>
          </p:nvPr>
        </p:nvSpPr>
        <p:spPr>
          <a:xfrm>
            <a:off x="4682775" y="1501525"/>
            <a:ext cx="12633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  <p:cxnSp>
        <p:nvCxnSpPr>
          <p:cNvPr id="622" name="Google Shape;622;p81"/>
          <p:cNvCxnSpPr/>
          <p:nvPr/>
        </p:nvCxnSpPr>
        <p:spPr>
          <a:xfrm>
            <a:off x="4682775" y="1384925"/>
            <a:ext cx="41802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3" name="Google Shape;623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188" y="992425"/>
            <a:ext cx="4251225" cy="3324674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81"/>
          <p:cNvSpPr txBox="1"/>
          <p:nvPr>
            <p:ph idx="1" type="subTitle"/>
          </p:nvPr>
        </p:nvSpPr>
        <p:spPr>
          <a:xfrm>
            <a:off x="6173450" y="1501525"/>
            <a:ext cx="12633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</a:t>
            </a:r>
            <a:endParaRPr/>
          </a:p>
        </p:txBody>
      </p:sp>
      <p:sp>
        <p:nvSpPr>
          <p:cNvPr id="625" name="Google Shape;625;p81"/>
          <p:cNvSpPr txBox="1"/>
          <p:nvPr>
            <p:ph idx="1" type="subTitle"/>
          </p:nvPr>
        </p:nvSpPr>
        <p:spPr>
          <a:xfrm>
            <a:off x="7599675" y="1501525"/>
            <a:ext cx="12633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Controller</a:t>
            </a:r>
            <a:endParaRPr/>
          </a:p>
        </p:txBody>
      </p:sp>
      <p:sp>
        <p:nvSpPr>
          <p:cNvPr id="626" name="Google Shape;626;p81"/>
          <p:cNvSpPr txBox="1"/>
          <p:nvPr>
            <p:ph idx="5" type="body"/>
          </p:nvPr>
        </p:nvSpPr>
        <p:spPr>
          <a:xfrm>
            <a:off x="4682775" y="1826875"/>
            <a:ext cx="1263300" cy="19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Data storage abstraction control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Saving user input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Update View with requested info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Loads UI on init.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Provides data per Controller requests during user input sequences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82"/>
          <p:cNvSpPr txBox="1"/>
          <p:nvPr>
            <p:ph type="title"/>
          </p:nvPr>
        </p:nvSpPr>
        <p:spPr>
          <a:xfrm>
            <a:off x="1182150" y="1765350"/>
            <a:ext cx="6779700" cy="17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  <p:sp>
        <p:nvSpPr>
          <p:cNvPr id="632" name="Google Shape;632;p82"/>
          <p:cNvSpPr txBox="1"/>
          <p:nvPr>
            <p:ph idx="2" type="title"/>
          </p:nvPr>
        </p:nvSpPr>
        <p:spPr>
          <a:xfrm>
            <a:off x="1182150" y="4058050"/>
            <a:ext cx="67797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modern glass building under a sunny blue sky. " id="633" name="Google Shape;633;p82"/>
          <p:cNvPicPr preferRelativeResize="0"/>
          <p:nvPr/>
        </p:nvPicPr>
        <p:blipFill rotWithShape="1">
          <a:blip r:embed="rId3">
            <a:alphaModFix/>
          </a:blip>
          <a:srcRect b="36562" l="0" r="0" t="46565"/>
          <a:stretch/>
        </p:blipFill>
        <p:spPr>
          <a:xfrm>
            <a:off x="9127" y="0"/>
            <a:ext cx="9143997" cy="1028275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8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5" name="Google Shape;635;p82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LocalOT</a:t>
            </a:r>
            <a:endParaRPr/>
          </a:p>
        </p:txBody>
      </p:sp>
      <p:cxnSp>
        <p:nvCxnSpPr>
          <p:cNvPr id="636" name="Google Shape;636;p82"/>
          <p:cNvCxnSpPr/>
          <p:nvPr/>
        </p:nvCxnSpPr>
        <p:spPr>
          <a:xfrm rot="10800000">
            <a:off x="283720" y="4607525"/>
            <a:ext cx="8577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Kickoff Presentation">
  <a:themeElements>
    <a:clrScheme name="Simple Light">
      <a:dk1>
        <a:srgbClr val="FBFBFB"/>
      </a:dk1>
      <a:lt1>
        <a:srgbClr val="1C2026"/>
      </a:lt1>
      <a:dk2>
        <a:srgbClr val="F5F5F5"/>
      </a:dk2>
      <a:lt2>
        <a:srgbClr val="1C2026"/>
      </a:lt2>
      <a:accent1>
        <a:srgbClr val="E9E9E9"/>
      </a:accent1>
      <a:accent2>
        <a:srgbClr val="7A7A7A"/>
      </a:accent2>
      <a:accent3>
        <a:srgbClr val="C2C2C2"/>
      </a:accent3>
      <a:accent4>
        <a:srgbClr val="434343"/>
      </a:accent4>
      <a:accent5>
        <a:srgbClr val="666666"/>
      </a:accent5>
      <a:accent6>
        <a:srgbClr val="999999"/>
      </a:accent6>
      <a:hlink>
        <a:srgbClr val="B7B7B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yllabus / Course Overview #1">
  <a:themeElements>
    <a:clrScheme name="Simple Light">
      <a:dk1>
        <a:srgbClr val="03045E"/>
      </a:dk1>
      <a:lt1>
        <a:srgbClr val="CAF0F8"/>
      </a:lt1>
      <a:dk2>
        <a:srgbClr val="00508A"/>
      </a:dk2>
      <a:lt2>
        <a:srgbClr val="FFFFFF"/>
      </a:lt2>
      <a:accent1>
        <a:srgbClr val="86FFFF"/>
      </a:accent1>
      <a:accent2>
        <a:srgbClr val="90E0EF"/>
      </a:accent2>
      <a:accent3>
        <a:srgbClr val="0077B6"/>
      </a:accent3>
      <a:accent4>
        <a:srgbClr val="0096C7"/>
      </a:accent4>
      <a:accent5>
        <a:srgbClr val="00B4D8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